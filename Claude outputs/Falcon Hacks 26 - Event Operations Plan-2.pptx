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8bdb589-b46c-56ce-97bd-81715e15b020/scratchpad/deck/assets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914400"/>
            <a:ext cx="2834640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32688" y="5669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PREPARED FOR OUR VENUE PARTNER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84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FULL</a:t>
            </a:r>
            <a:endParaRPr lang="en-US" sz="8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4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GAME </a:t>
            </a:r>
            <a:pPr indent="0" marL="0">
              <a:lnSpc>
                <a:spcPct val="90000"/>
              </a:lnSpc>
              <a:buNone/>
            </a:pPr>
            <a:r>
              <a:rPr lang="en-US" sz="8400" dirty="0">
                <a:solidFill>
                  <a:srgbClr val="3E7B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PLAN</a:t>
            </a:r>
            <a:endParaRPr lang="en-US" sz="8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83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Schedule, prompt, judging, food, and cleanup. Every detail of Falcon Hacks ’26, start to finish.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60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NOV 7, 2026 · 8:00 AM – 8:30 PM · 150 HACKERS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074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Abhinav Garg, Founder · Falcon Hacks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AT A GLANCE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event in numbers.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842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150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780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hackers in 50–70 teams of 2–4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9842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12.5 HRS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4780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8:00 AM doors to 8:30 PM close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783080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9842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8.5 HRS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4780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 building time, prompt to code freeze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36392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$4,000+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8313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raised · ElevenLabs, VitalEdge &amp; more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3136392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2044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B324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FREE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8313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attendee: food, prizes, no ticket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3136392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7–12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8313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judges working in panels of 2–3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THE DAY, MINUTE BY MINUTE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Schedule.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8046720" cy="315468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27632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7:15 AM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627632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Organizers and volunteers arrive. Tables, signage, check-in, A/V set up.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43100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8:00 AM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1943100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Doors open. Check-in, name tags, team tables. Light breakfast snacks.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58568"/>
            <a:ext cx="8046720" cy="315468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258568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8:45 AM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2258568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Kickoff. Welcome, rules, sponsor intros (ElevenLabs, VitalEdge, YRI, ArgosX &amp; more).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574036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9:00 AM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2574036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Prompt revealed live. Hacking begins — 8.5 hours on the clock. Fresh repos only.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89504"/>
            <a:ext cx="8046720" cy="315468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89504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12:30 PM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2889504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Lunch — Costco pizza. Mentors keep circulating.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204972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5:30 PM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204972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Code freeze. Submissions in by 5:45: repo link, 100-word blurb, and a screenshot.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315468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520440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5:45 PM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3520440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Dinner — Panda Express. Judges preview every submission while teams eat.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3835908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6:15 PM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965960" y="3835908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Judging begins in the private judging room. Teams called in on a posted order.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51376"/>
            <a:ext cx="8046720" cy="315468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7:45 PM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4151376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Top 6 demo on stage, 3 minutes each, whole room watching.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466844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8:15 PM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965960" y="4466844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Awards. 8:30 PM doors close. Venue clean and empty by 9:00 PM.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THE PROMPT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prompt.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8046720" cy="1051560"/>
          </a:xfrm>
          <a:prstGeom prst="rect">
            <a:avLst/>
          </a:prstGeom>
          <a:solidFill>
            <a:srgbClr val="141D33"/>
          </a:solidFill>
          <a:ln w="12700">
            <a:solidFill>
              <a:srgbClr val="141D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B324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Prompt revealed at kickoff — locked with venue partner.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final prompt is being decided with our venue partner and stays sealed until 9 AM on event day. It will be a technical prompt that no team can prepare for in advance and every skill level can build 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3931920" cy="10058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36576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Can’t be pre-built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959352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Sealed until the 9 AM reveal, so no one walks in with a finished project. Fresh repos only, started after the reveal.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520440"/>
            <a:ext cx="3931920" cy="10058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01184" y="36576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Fair at every skill level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3959352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Chosen so a first-timer can clear it simply and a veteran team can go deep on it. Same bar, same clock, for everyone.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JUDGING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How judging works.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7132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· PREVIEW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5:45 PM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73736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Judges read every submission (blurb + screenshot) over dinner, before they see a single 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046720" cy="7132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578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· JUDGING ROUND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834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6:15 PM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5603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Judging happens in a private room, away from the floor. 7–12 judges in panels of 2–3; teams are called in on a posted order. Every team gets the same 3 minutes: 2 to demo, 1 for questions.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7132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401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· SCORE &amp; TALLY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657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7:30 PM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38328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Panels score on a shared form between teams. Each judge's scores are normalized so a harsh judge and a generous judge count equally, and every score carries a one-line note.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8046720" cy="713232"/>
          </a:xfrm>
          <a:prstGeom prst="rect">
            <a:avLst/>
          </a:prstGeom>
          <a:solidFill>
            <a:srgbClr val="141D33"/>
          </a:solidFill>
          <a:ln w="12700">
            <a:solidFill>
              <a:srgbClr val="141D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24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· FINALS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480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7:45 PM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420624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Top 6 demo on stage to the whole room. Every judge and every attendee sees the same demos.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THE RUBRIC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Every team, same four questions.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8046720" cy="53035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642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ORIGINALITY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66420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PTS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66420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this a fresh idea or a re-skin of something that exists? Does it answer the prompt?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8046720" cy="53035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3042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30428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PTS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30428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Does it actually work? How much was really built today?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8046720" cy="53035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443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IMPACT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94436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PTS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94436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Would someone genuinely use this? Does it solve a real problem?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84448"/>
            <a:ext cx="8046720" cy="53035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58444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358444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PTS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358444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Can the team explain what they built and why?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245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Scored 1–10 per criterion on a shared Google Form with a one-line note per team. Sponsor awards are scored separately and never touch the main rubric.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THE FINALS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Top 6, on stage, in front of everyone.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six highest-scoring teams demo live: 3 minutes each, projected for the whole room. Every judge watches the same demos together, and so does every other team.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8046720" cy="62179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517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spc="1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IT MATTERS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63347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room sees exactly what won and why. The teams that didn't win see the bar, not a mystery.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8046720" cy="621792"/>
          </a:xfrm>
          <a:prstGeom prst="rect">
            <a:avLst/>
          </a:prstGeom>
          <a:solidFill>
            <a:srgbClr val="141D33"/>
          </a:solidFill>
          <a:ln w="12700">
            <a:solidFill>
              <a:srgbClr val="141D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3832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spc="1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EVERYONE LEAVES WITH SOMETHING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36499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project goes in the public gallery. Every participant keeps their ElevenLabs credits, their YRI scholarship, and their project.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8046720" cy="62179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1148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spc="1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AWARDS, 8:15 PM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09651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Overall top 3 from the rubric, plus sponsor awards. Winners' commit history verified before announcement.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FOOD &amp; LOGISTICS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Fed all day, planned in advance.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5486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8:00 AM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737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Breakfast snacks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737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Bagels / donuts + water station (local donations, confirmed week-of)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8046720" cy="5486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140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12:30 PM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4140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Lunch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4140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Costco pizza — 25 pizzas for 150 hackers + volunteers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90672"/>
            <a:ext cx="8046720" cy="5486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0906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 DAY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0906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Snacks &amp; drinks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0906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Chips, fruit, water refills at a stocked snack table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67328"/>
            <a:ext cx="8046720" cy="5486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7673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5:30 PM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3767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Dinner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Panda Express catering trays, served during judges' preview window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Dietary needs are collected at registration and labeled at the food table. Food is budgeted from the $4,000+ already raised.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8bdb589-b46c-56ce-97bd-81715e15b020/scratchpad/deck/assets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77724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DETAIL, ON PAPER, BEFORE THE DAY.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Questions, changes, walkthrough requests — anytime.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Abhinav Garg · abhinavmgarg@gmail.com · falconhacks2026.com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Falcon Hacks ’26 — Event Operations Plan</dc:title>
  <dc:subject>PptxGenJS Presentation</dc:subject>
  <dc:creator>Falcon Hacks</dc:creator>
  <cp:lastModifiedBy>Falcon Hacks</cp:lastModifiedBy>
  <cp:revision>1</cp:revision>
  <dcterms:created xsi:type="dcterms:W3CDTF">2026-10-08T05:47:50Z</dcterms:created>
  <dcterms:modified xsi:type="dcterms:W3CDTF">2026-10-08T05:47:50Z</dcterms:modified>
</cp:coreProperties>
</file>