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Quick intros: who we are, what Falcon Hacks is, why you should care. About 15 minutes, then food and sign-in.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the fear early. It's not a test, it's a build day. Give one concrete example of a project a first-timer could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to remember. Hit 'no experience needed' hardest. That is the biggest reason people don't show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one sit. Say the date out loud twice. Tell them to put it in their phone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number. Don't break down the tiers yet. Mention internships for top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it. Names are locked, reveal comes at the next meeting. Gives them a reason to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recruiting slide. Be honest: we're seniors, we're gone in June, and someone in this room runs this next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a path from sitting here to being on the team. Discord first, everything else flows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leaves without scanning. This is the attendance sheet for meeting minutes. Then food.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868680"/>
            <a:ext cx="3017520" cy="3017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932688" y="5669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CLUB · FOOTHILL HIGH SCHOOL</a:t>
            </a:r>
            <a:endParaRPr lang="en-US" sz="8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4300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2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FALCON</a:t>
            </a:r>
            <a:endParaRPr lang="en-US" sz="9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92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HACKS </a:t>
            </a:r>
            <a:pPr indent="0" marL="0">
              <a:lnSpc>
                <a:spcPct val="88000"/>
              </a:lnSpc>
              <a:buNone/>
            </a:pPr>
            <a:r>
              <a:rPr lang="en-US" sz="9200" dirty="0">
                <a:solidFill>
                  <a:srgbClr val="3E7B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’26</a:t>
            </a:r>
            <a:endParaRPr lang="en-US" sz="9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 something that takes flight.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 MEETING  ·  SEPTEMBER 21,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Abhinav Garg, Founder  ·  and the Falcon Hacks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BASICS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4389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What’s a hackathon?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day. You and a team pick an idea and build it. An app, a game, a hardware project, anything. At the end, you demo it to the room.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lectures. No homework. Just building.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74920" y="868680"/>
            <a:ext cx="3520440" cy="89611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57800" y="1106424"/>
            <a:ext cx="420624" cy="420624"/>
          </a:xfrm>
          <a:prstGeom prst="ellipse">
            <a:avLst/>
          </a:prstGeom>
          <a:solidFill>
            <a:srgbClr val="3E7BFF"/>
          </a:solidFill>
          <a:ln w="12700">
            <a:solidFill>
              <a:srgbClr val="3E7BFF"/>
            </a:solidFill>
            <a:prstDash val="solid"/>
          </a:ln>
        </p:spPr>
      </p:sp>
      <p:pic>
        <p:nvPicPr>
          <p:cNvPr id="10" name="Image 0" descr="/tmp/claude-0/-home-claude/78bdb589-b46c-56ce-97bd-81715e15b020/scratchpad/deck/assets/icon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162" y="1215786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046720" y="996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5824728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app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824728" y="1325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Something people can actually use.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74920" y="1911096"/>
            <a:ext cx="3520440" cy="89611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57800" y="2148840"/>
            <a:ext cx="420624" cy="420624"/>
          </a:xfrm>
          <a:prstGeom prst="ellipse">
            <a:avLst/>
          </a:prstGeom>
          <a:solidFill>
            <a:srgbClr val="3E7BFF"/>
          </a:solidFill>
          <a:ln w="12700">
            <a:solidFill>
              <a:srgbClr val="3E7BFF"/>
            </a:solidFill>
            <a:prstDash val="solid"/>
          </a:ln>
        </p:spPr>
      </p:sp>
      <p:pic>
        <p:nvPicPr>
          <p:cNvPr id="16" name="Image 1" descr="/tmp/claude-0/-home-claude/78bdb589-b46c-56ce-97bd-81715e15b020/scratchpad/deck/assets/icon-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162" y="225820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5824728" y="2093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game or tool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824728" y="2368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Fun, weird, or useful. Your call.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74920" y="2953512"/>
            <a:ext cx="3520440" cy="89611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57800" y="3191256"/>
            <a:ext cx="420624" cy="420624"/>
          </a:xfrm>
          <a:prstGeom prst="ellipse">
            <a:avLst/>
          </a:prstGeom>
          <a:solidFill>
            <a:srgbClr val="3E7BFF"/>
          </a:solidFill>
          <a:ln w="12700">
            <a:solidFill>
              <a:srgbClr val="3E7BFF"/>
            </a:solidFill>
            <a:prstDash val="solid"/>
          </a:ln>
        </p:spPr>
      </p:sp>
      <p:pic>
        <p:nvPicPr>
          <p:cNvPr id="22" name="Image 2" descr="/tmp/claude-0/-home-claude/78bdb589-b46c-56ce-97bd-81715e15b020/scratchpad/deck/assets/icon-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162" y="3300618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046720" y="3081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5824728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Hardware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824728" y="3410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Sensors, robots, physical things.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27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THE EVENT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Falcon Hacks, in four words.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931920" cy="126187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84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ONE DAY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Show up in the morning, demo by night.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828800"/>
            <a:ext cx="3931920" cy="126187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2084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FREE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cost to attend. Ever.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273552"/>
            <a:ext cx="3931920" cy="1261872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529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OPEN TO ALL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age. Any school. Any skill level.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273552"/>
            <a:ext cx="3931920" cy="1261872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529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EXPERIENCE NEEDED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First-timers are the whole point.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5852160" y="640080"/>
            <a:ext cx="4206240" cy="4206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MARK IT</a:t>
            </a:r>
            <a:endParaRPr lang="en-US" sz="8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34440"/>
            <a:ext cx="8046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OCT 24</a:t>
            </a:r>
            <a:endParaRPr lang="en-US" sz="170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E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SATURDAY  ·  2026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Bay Area. Venue announced soon.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PRIZES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5B32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$3,500</a:t>
            </a:r>
            <a:endParaRPr lang="en-US" sz="15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035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 PRIZES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989320" y="1234440"/>
            <a:ext cx="2606040" cy="237744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1508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Multiple categories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just one winner. Different tracks, different prizes.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487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Plus internships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7797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teams get placement shots with our sponsors.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33101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STILL GROWING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SPONSORS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Announcing soon.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Big names are locked in. Full reveal at the next meeting.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1874520" cy="132588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587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53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2A33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SPONSOR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91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REVEAL SOON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606040" y="2423160"/>
            <a:ext cx="1874520" cy="132588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2587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2953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2A33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SPONSOR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3291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REVEAL SOON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63440" y="2423160"/>
            <a:ext cx="1874520" cy="132588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64608" y="2587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953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2A33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SPONSOR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291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REVEAL SOON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720840" y="2423160"/>
            <a:ext cx="1874520" cy="132588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22008" y="2587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2953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2A33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SPONSOR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3291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REVEAL SOON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78bdb589-b46c-56ce-97bd-81715e15b020/scratchpad/deck/assets/crest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6766560" y="1920240"/>
            <a:ext cx="3017520" cy="3017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WHY SHOW UP</a:t>
            </a:r>
            <a:endParaRPr lang="en-US" sz="8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86868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What’s in it for you</a:t>
            </a:r>
            <a:endParaRPr lang="en-US" sz="4400" dirty="0"/>
          </a:p>
        </p:txBody>
      </p:sp>
      <p:sp>
        <p:nvSpPr>
          <p:cNvPr id="7" name="Shape 3"/>
          <p:cNvSpPr/>
          <p:nvPr/>
        </p:nvSpPr>
        <p:spPr>
          <a:xfrm>
            <a:off x="548640" y="1837944"/>
            <a:ext cx="457200" cy="457200"/>
          </a:xfrm>
          <a:prstGeom prst="ellipse">
            <a:avLst/>
          </a:prstGeom>
          <a:solidFill>
            <a:srgbClr val="3E7BFF"/>
          </a:solidFill>
          <a:ln w="12700">
            <a:solidFill>
              <a:srgbClr val="3E7BFF"/>
            </a:solidFill>
            <a:prstDash val="solid"/>
          </a:ln>
        </p:spPr>
      </p:sp>
      <p:pic>
        <p:nvPicPr>
          <p:cNvPr id="8" name="Image 1" descr="/tmp/claude-0/-home-claude/78bdb589-b46c-56ce-97bd-81715e15b020/scratchpad/deck/assets/icon-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56816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 hackathon experience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1234440" y="209397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finished project, a live demo, and something real to put on college apps.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2734056"/>
            <a:ext cx="457200" cy="457200"/>
          </a:xfrm>
          <a:prstGeom prst="ellipse">
            <a:avLst/>
          </a:prstGeom>
          <a:solidFill>
            <a:srgbClr val="3E7BFF"/>
          </a:solidFill>
          <a:ln w="12700">
            <a:solidFill>
              <a:srgbClr val="3E7BFF"/>
            </a:solidFill>
            <a:prstDash val="solid"/>
          </a:ln>
        </p:spPr>
      </p:sp>
      <p:pic>
        <p:nvPicPr>
          <p:cNvPr id="12" name="Image 2" descr="/tmp/claude-0/-home-claude/78bdb589-b46c-56ce-97bd-81715e15b020/scratchpad/deck/assets/icon-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852928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2679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Leadership next year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1234440" y="29900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 of us are seniors. Every leadership role opens up next year.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3630168"/>
            <a:ext cx="457200" cy="457200"/>
          </a:xfrm>
          <a:prstGeom prst="ellipse">
            <a:avLst/>
          </a:prstGeom>
          <a:solidFill>
            <a:srgbClr val="3E7BFF"/>
          </a:solidFill>
          <a:ln w="12700">
            <a:solidFill>
              <a:srgbClr val="3E7BFF"/>
            </a:solidFill>
            <a:prstDash val="solid"/>
          </a:ln>
        </p:spPr>
      </p:sp>
      <p:pic>
        <p:nvPicPr>
          <p:cNvPr id="16" name="Image 3" descr="/tmp/claude-0/-home-claude/78bdb589-b46c-56ce-97bd-81715e15b020/scratchpad/deck/assets/icon-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74904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35753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People who build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1234440" y="3886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Mentors, sponsors, students from other schools. People you won’t meet in class.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20" name="Text 13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GET INVOLVED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Start now, not in October.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331720" cy="2331720"/>
          </a:xfrm>
          <a:prstGeom prst="rect">
            <a:avLst/>
          </a:prstGeom>
          <a:solidFill>
            <a:srgbClr val="F0E9D6"/>
          </a:solidFill>
          <a:ln w="12700">
            <a:solidFill>
              <a:srgbClr val="F0E9D6"/>
            </a:solidFill>
            <a:prstDash val="solid"/>
          </a:ln>
        </p:spPr>
      </p:sp>
      <p:pic>
        <p:nvPicPr>
          <p:cNvPr id="7" name="Image 0" descr="/tmp/claude-0/-home-claude/78bdb589-b46c-56ce-97bd-81715e15b020/scratchpad/deck/assets/qr-disc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92808"/>
            <a:ext cx="2112264" cy="21122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2245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 THE DISCORD</a:t>
            </a:r>
            <a:endParaRPr lang="en-US" sz="7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4256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discord.gg/RTDMwuKAEB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393192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Join the Discord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093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Announcements, planning, and everything in between.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93192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 to planning meetings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Weekly. Same room. Bring ideas.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3447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931920" y="3429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Pick a role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3931920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Outreach  ·  Design  ·  Logistics  ·  Sponsors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67512"/>
            <a:ext cx="292608" cy="0"/>
          </a:xfrm>
          <a:prstGeom prst="line">
            <a:avLst/>
          </a:prstGeom>
          <a:noFill/>
          <a:ln w="12700">
            <a:solidFill>
              <a:srgbClr val="3E7B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32688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E7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 YOU LEAVE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0E9D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Sign in </a:t>
            </a:r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3E7B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before you leave.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to add yourself to the attendance sheet. Takes ten seconds.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9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Questions? Come talk to us after.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234440"/>
            <a:ext cx="2468880" cy="2468880"/>
          </a:xfrm>
          <a:prstGeom prst="rect">
            <a:avLst/>
          </a:prstGeom>
          <a:solidFill>
            <a:srgbClr val="F0E9D6"/>
          </a:solidFill>
          <a:ln w="12700">
            <a:solidFill>
              <a:srgbClr val="F0E9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1072" y="1399032"/>
            <a:ext cx="2139696" cy="2139696"/>
          </a:xfrm>
          <a:prstGeom prst="rect">
            <a:avLst/>
          </a:prstGeom>
          <a:solidFill>
            <a:srgbClr val="F0E9D6"/>
          </a:solidFill>
          <a:ln w="12700">
            <a:solidFill>
              <a:srgbClr val="B9B2A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291072" y="1399032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84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ATTENDANCE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0" kern="0" dirty="0">
                <a:solidFill>
                  <a:srgbClr val="8A84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 QR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8130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F5B3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SCAN  ·  SIGN IN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 HACKS ’26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7594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5A6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falconhacks2026.com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Hacks ’26 — Intro Meeting</dc:title>
  <dc:subject>PptxGenJS Presentation</dc:subject>
  <dc:creator>Falcon Hacks</dc:creator>
  <cp:lastModifiedBy>Falcon Hacks</cp:lastModifiedBy>
  <cp:revision>1</cp:revision>
  <dcterms:created xsi:type="dcterms:W3CDTF">2026-09-20T21:34:45Z</dcterms:created>
  <dcterms:modified xsi:type="dcterms:W3CDTF">2026-09-20T21:34:45Z</dcterms:modified>
</cp:coreProperties>
</file>